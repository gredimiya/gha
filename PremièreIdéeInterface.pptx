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1A2"/>
    <a:srgbClr val="1F37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3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9DA03-DA26-C39D-0138-E145DB0B6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F56ED83-D62E-DEE7-0EC8-215B9C47A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3F0CC0-415D-24F6-B5F1-C38F5DC91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4187-16CB-4E67-9CB5-5FD81909E5DE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0C1140-C66C-362F-9AF6-8AA351C6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2B94D1-FB79-31AF-0829-1338384A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FE6F-B060-4698-9626-84887CCED8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118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EA8807-88B9-A38E-B5D3-B9E479451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9AFDC2-32F7-C231-4760-12ED29C8E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0928A5-B73B-942D-9E6F-3338A5B6B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4187-16CB-4E67-9CB5-5FD81909E5DE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44DD11-FFBA-4B30-E1C9-297E5FDD9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4B2988-5CDD-6BE2-E8E2-893318B07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FE6F-B060-4698-9626-84887CCED8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5019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693664-60FF-AB87-DF04-F106E707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5B504E-81EE-7432-D460-E204BEE3C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6E059C-DEAB-CFAF-D6B5-0761658B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4187-16CB-4E67-9CB5-5FD81909E5DE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B251A5-6015-8DD3-F4B2-D2F707A3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32DE3E-00B1-BE65-0D07-BA10AED6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FE6F-B060-4698-9626-84887CCED8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047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50DB22-8E02-19D2-D115-C93CB6762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587B2B-2E96-6A2D-771A-2C693A5A06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DD128A-4EBD-6A7F-C3AD-030A2517C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06C81D-7146-8EF2-73ED-46073A5D0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4187-16CB-4E67-9CB5-5FD81909E5DE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387E9C-ECEF-2D17-FD3F-77D76392C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499D20-7DE6-5FFE-DB21-B4128B0B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FE6F-B060-4698-9626-84887CCED8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17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A8A06F-6836-B1CF-10FC-0D64A4A11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47D4E4-A0EC-234C-D1C2-B5248BA83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328DB28-0E32-CA08-A4C7-BCB5FF225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8B23083-9D63-595B-410F-D9827F1F0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173058-4402-25F5-C6C3-EEAB2013F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BB9F6BD-0CD4-A937-F240-C63FBD16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4187-16CB-4E67-9CB5-5FD81909E5DE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367E3B6-F16B-3328-D903-F666D156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C32AC80-2326-1A39-628D-A788FAC6A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FE6F-B060-4698-9626-84887CCED8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3573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BD9616-54DC-AD3F-0C70-4D8F11DA3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4B883C-6380-018B-17A1-0C046E639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4187-16CB-4E67-9CB5-5FD81909E5DE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A0CFCFF-E4D7-1FF8-1D76-A42B8469C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8EED5F0-FAE3-A352-2581-5917756F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FE6F-B060-4698-9626-84887CCED8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3931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1603980-545C-6F47-BC6A-E6598AE7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4187-16CB-4E67-9CB5-5FD81909E5DE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12889CC-2ED2-05ED-4C49-1E997E415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678A8B-811C-0F83-B260-5A36D3863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FE6F-B060-4698-9626-84887CCED8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175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A889EB-124E-32B9-25CD-D7C35FB7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A6FFBB-7F99-D28A-4170-76761F20B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92FFCC7-3514-40E0-725B-40CAFD86A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D3784F-FEFE-3A37-C83D-690077200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4187-16CB-4E67-9CB5-5FD81909E5DE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908EC4-0671-6CEB-5C06-A7D70373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C95D18-F0CD-2D10-BE52-77A5552B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FE6F-B060-4698-9626-84887CCED8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741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B7CE63-8940-F8D0-7D67-BB3C60786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F4EDBE3-DFB6-81A4-5A49-F72477BF8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68E82A-1535-E35E-A6CA-91CB922DC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EC4FE9-5486-343C-73A1-692DCB386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4187-16CB-4E67-9CB5-5FD81909E5DE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D8EFC0-42A2-B02B-DC05-A9682DCD5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F403CB-2359-3350-4B99-5FD7AB43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FE6F-B060-4698-9626-84887CCED8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183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6E6A85-B06A-BF09-233E-E2BD17BA2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E7F5E6-E3FF-4AA4-66C6-6F4ED29F6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2A54E4-B3B3-AD94-307F-7A28C9C06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4187-16CB-4E67-9CB5-5FD81909E5DE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A6561F-74BE-8BFA-F9B1-F55E5210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DB95A0-400B-CF2C-A354-1BC0FA924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FE6F-B060-4698-9626-84887CCED8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918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63D0D98-C8FA-7B6B-2273-6C0AB155E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308DFA6-0C83-7CF0-31BD-FECAE4268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1DAA1E-56BA-B878-5D82-1CB9BAE9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4187-16CB-4E67-9CB5-5FD81909E5DE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420BA8-38B5-E852-3481-8692316A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48E05C-87C5-BCEE-8230-80BA3FE0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FE6F-B060-4698-9626-84887CCED8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599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4BAFD29-1430-9B7A-2168-AFEC5D6BB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F10DCF-32F2-AA8F-3288-DEC008C0F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D5B366-68EC-283B-4A78-D8F09DEE5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414187-16CB-4E67-9CB5-5FD81909E5DE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FBB581-51CF-7C25-3A4A-822B9FAFA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2080FC-498A-15EC-A516-0B67C7BFA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EFE6F-B060-4698-9626-84887CCED8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7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38403ED-EA9D-C077-07EB-D7B5023E2079}"/>
              </a:ext>
            </a:extLst>
          </p:cNvPr>
          <p:cNvSpPr txBox="1"/>
          <p:nvPr/>
        </p:nvSpPr>
        <p:spPr>
          <a:xfrm>
            <a:off x="4847082" y="118872"/>
            <a:ext cx="24978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/>
              <a:t>MENU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BC9C2776-D0D4-248C-F576-847B0831EA6C}"/>
              </a:ext>
            </a:extLst>
          </p:cNvPr>
          <p:cNvGrpSpPr/>
          <p:nvPr/>
        </p:nvGrpSpPr>
        <p:grpSpPr>
          <a:xfrm>
            <a:off x="5053584" y="1443462"/>
            <a:ext cx="2084832" cy="707886"/>
            <a:chOff x="5053584" y="1580622"/>
            <a:chExt cx="2084832" cy="707886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EAE31B5-072B-7844-E0D1-26DC4CB52789}"/>
                </a:ext>
              </a:extLst>
            </p:cNvPr>
            <p:cNvSpPr/>
            <p:nvPr/>
          </p:nvSpPr>
          <p:spPr>
            <a:xfrm>
              <a:off x="5053584" y="1617103"/>
              <a:ext cx="2084832" cy="637503"/>
            </a:xfrm>
            <a:prstGeom prst="rect">
              <a:avLst/>
            </a:prstGeom>
            <a:solidFill>
              <a:srgbClr val="2E51A2"/>
            </a:solidFill>
            <a:ln w="34925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5686742A-27C4-1CA2-0DC8-35D059B4A39F}"/>
                </a:ext>
              </a:extLst>
            </p:cNvPr>
            <p:cNvSpPr txBox="1"/>
            <p:nvPr/>
          </p:nvSpPr>
          <p:spPr>
            <a:xfrm>
              <a:off x="5053584" y="1580622"/>
              <a:ext cx="2084832" cy="707886"/>
            </a:xfrm>
            <a:prstGeom prst="rect">
              <a:avLst/>
            </a:prstGeom>
            <a:noFill/>
            <a:ln w="34925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/>
                <a:t>Play</a:t>
              </a: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A6E47378-6A51-0185-7C56-554CAD7ED27E}"/>
              </a:ext>
            </a:extLst>
          </p:cNvPr>
          <p:cNvGrpSpPr/>
          <p:nvPr/>
        </p:nvGrpSpPr>
        <p:grpSpPr>
          <a:xfrm>
            <a:off x="4576570" y="3258520"/>
            <a:ext cx="3038858" cy="707886"/>
            <a:chOff x="5053583" y="1580622"/>
            <a:chExt cx="2084833" cy="707886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C50600A-4444-F882-3899-EA8176639CAA}"/>
                </a:ext>
              </a:extLst>
            </p:cNvPr>
            <p:cNvSpPr/>
            <p:nvPr/>
          </p:nvSpPr>
          <p:spPr>
            <a:xfrm>
              <a:off x="5053584" y="1617103"/>
              <a:ext cx="2084832" cy="637503"/>
            </a:xfrm>
            <a:prstGeom prst="rect">
              <a:avLst/>
            </a:prstGeom>
            <a:solidFill>
              <a:srgbClr val="2E51A2"/>
            </a:solidFill>
            <a:ln w="34925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F2D2277F-ED6D-28C7-18AF-0B6B0CFFA919}"/>
                </a:ext>
              </a:extLst>
            </p:cNvPr>
            <p:cNvSpPr txBox="1"/>
            <p:nvPr/>
          </p:nvSpPr>
          <p:spPr>
            <a:xfrm>
              <a:off x="5053583" y="1580622"/>
              <a:ext cx="2084832" cy="707886"/>
            </a:xfrm>
            <a:prstGeom prst="rect">
              <a:avLst/>
            </a:prstGeom>
            <a:noFill/>
            <a:ln w="34925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/>
                <a:t>Add </a:t>
              </a:r>
              <a:r>
                <a:rPr lang="fr-FR" sz="4000" dirty="0" err="1"/>
                <a:t>my</a:t>
              </a:r>
              <a:r>
                <a:rPr lang="fr-FR" sz="4000" dirty="0"/>
                <a:t> MAL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76A4ED7A-FE98-8AA4-0C88-EC2510FB9C41}"/>
              </a:ext>
            </a:extLst>
          </p:cNvPr>
          <p:cNvGrpSpPr/>
          <p:nvPr/>
        </p:nvGrpSpPr>
        <p:grpSpPr>
          <a:xfrm>
            <a:off x="4242815" y="2367942"/>
            <a:ext cx="3706368" cy="1323439"/>
            <a:chOff x="5053584" y="1580622"/>
            <a:chExt cx="2084832" cy="1323439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D4123D2-0506-2538-E1A9-2B308B215FF3}"/>
                </a:ext>
              </a:extLst>
            </p:cNvPr>
            <p:cNvSpPr/>
            <p:nvPr/>
          </p:nvSpPr>
          <p:spPr>
            <a:xfrm>
              <a:off x="5053584" y="1617103"/>
              <a:ext cx="2084832" cy="637503"/>
            </a:xfrm>
            <a:prstGeom prst="rect">
              <a:avLst/>
            </a:prstGeom>
            <a:solidFill>
              <a:srgbClr val="2E51A2"/>
            </a:solidFill>
            <a:ln w="34925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1E3B0CEF-B511-F040-1566-98B8412AE645}"/>
                </a:ext>
              </a:extLst>
            </p:cNvPr>
            <p:cNvSpPr txBox="1"/>
            <p:nvPr/>
          </p:nvSpPr>
          <p:spPr>
            <a:xfrm>
              <a:off x="5053584" y="1580622"/>
              <a:ext cx="2084832" cy="1323439"/>
            </a:xfrm>
            <a:prstGeom prst="rect">
              <a:avLst/>
            </a:prstGeom>
            <a:noFill/>
            <a:ln w="34925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 err="1"/>
                <a:t>Resume</a:t>
              </a:r>
              <a:r>
                <a:rPr lang="fr-FR" sz="4000" dirty="0"/>
                <a:t> Game</a:t>
              </a: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2E795FD0-7EFE-AE6F-272D-9C3E27629413}"/>
              </a:ext>
            </a:extLst>
          </p:cNvPr>
          <p:cNvSpPr txBox="1"/>
          <p:nvPr/>
        </p:nvSpPr>
        <p:spPr>
          <a:xfrm>
            <a:off x="0" y="0"/>
            <a:ext cx="261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Page Menu, à l’ouverture</a:t>
            </a:r>
          </a:p>
        </p:txBody>
      </p:sp>
    </p:spTree>
    <p:extLst>
      <p:ext uri="{BB962C8B-B14F-4D97-AF65-F5344CB8AC3E}">
        <p14:creationId xmlns:p14="http://schemas.microsoft.com/office/powerpoint/2010/main" val="1604252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2B9850F-6102-466C-1DA8-4F5863C3F776}"/>
              </a:ext>
            </a:extLst>
          </p:cNvPr>
          <p:cNvSpPr txBox="1"/>
          <p:nvPr/>
        </p:nvSpPr>
        <p:spPr>
          <a:xfrm>
            <a:off x="0" y="0"/>
            <a:ext cx="261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Popup de </a:t>
            </a:r>
            <a:r>
              <a:rPr lang="fr-FR" dirty="0" err="1"/>
              <a:t>play</a:t>
            </a:r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68D67-6D84-4245-9DB4-3DCB362518A2}"/>
              </a:ext>
            </a:extLst>
          </p:cNvPr>
          <p:cNvSpPr/>
          <p:nvPr/>
        </p:nvSpPr>
        <p:spPr>
          <a:xfrm>
            <a:off x="3476244" y="413266"/>
            <a:ext cx="5239512" cy="6031468"/>
          </a:xfrm>
          <a:prstGeom prst="rect">
            <a:avLst/>
          </a:prstGeom>
          <a:ln>
            <a:solidFill>
              <a:srgbClr val="1F376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DE15CBC-209F-F966-463B-21EC1737EDBF}"/>
              </a:ext>
            </a:extLst>
          </p:cNvPr>
          <p:cNvSpPr txBox="1"/>
          <p:nvPr/>
        </p:nvSpPr>
        <p:spPr>
          <a:xfrm>
            <a:off x="3476244" y="413266"/>
            <a:ext cx="1004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General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8DBAC22-D4CE-B4BF-3E48-FEC5274C1F05}"/>
              </a:ext>
            </a:extLst>
          </p:cNvPr>
          <p:cNvSpPr txBox="1"/>
          <p:nvPr/>
        </p:nvSpPr>
        <p:spPr>
          <a:xfrm>
            <a:off x="4014216" y="1389888"/>
            <a:ext cx="391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Ensemble des filtres définis dans les règles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412F90C-B79F-06C9-A469-848648504A6F}"/>
              </a:ext>
            </a:extLst>
          </p:cNvPr>
          <p:cNvSpPr txBox="1"/>
          <p:nvPr/>
        </p:nvSpPr>
        <p:spPr>
          <a:xfrm>
            <a:off x="5730240" y="5980176"/>
            <a:ext cx="731520" cy="369332"/>
          </a:xfrm>
          <a:prstGeom prst="rect">
            <a:avLst/>
          </a:prstGeom>
          <a:ln>
            <a:solidFill>
              <a:srgbClr val="1F376B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431548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AF537E1-FCA9-0489-1B49-C22E06220D72}"/>
              </a:ext>
            </a:extLst>
          </p:cNvPr>
          <p:cNvSpPr txBox="1"/>
          <p:nvPr/>
        </p:nvSpPr>
        <p:spPr>
          <a:xfrm>
            <a:off x="0" y="0"/>
            <a:ext cx="261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Page jeux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5648C3-6189-CAAA-EAF5-96C9C89B9E03}"/>
              </a:ext>
            </a:extLst>
          </p:cNvPr>
          <p:cNvSpPr/>
          <p:nvPr/>
        </p:nvSpPr>
        <p:spPr>
          <a:xfrm>
            <a:off x="100584" y="758952"/>
            <a:ext cx="12006072" cy="5989320"/>
          </a:xfrm>
          <a:prstGeom prst="rect">
            <a:avLst/>
          </a:prstGeom>
          <a:ln>
            <a:solidFill>
              <a:srgbClr val="1F376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9600" dirty="0"/>
              <a:t>Page MAL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C428674-9E9C-1833-B0E5-EB4520B04B08}"/>
              </a:ext>
            </a:extLst>
          </p:cNvPr>
          <p:cNvSpPr txBox="1"/>
          <p:nvPr/>
        </p:nvSpPr>
        <p:spPr>
          <a:xfrm>
            <a:off x="1152144" y="294180"/>
            <a:ext cx="199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Gues : __________</a:t>
            </a:r>
          </a:p>
        </p:txBody>
      </p:sp>
      <p:sp>
        <p:nvSpPr>
          <p:cNvPr id="9" name="Bouton d’action : avant ou précédent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3D19D85-84AC-B5EE-2BD6-43A43385FBC9}"/>
              </a:ext>
            </a:extLst>
          </p:cNvPr>
          <p:cNvSpPr/>
          <p:nvPr/>
        </p:nvSpPr>
        <p:spPr>
          <a:xfrm>
            <a:off x="3035808" y="294180"/>
            <a:ext cx="402336" cy="300180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1FAEFC5-2B69-7508-3E96-C53833BA97B9}"/>
              </a:ext>
            </a:extLst>
          </p:cNvPr>
          <p:cNvSpPr txBox="1"/>
          <p:nvPr/>
        </p:nvSpPr>
        <p:spPr>
          <a:xfrm>
            <a:off x="3767328" y="225028"/>
            <a:ext cx="1636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Total Score : __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802929E-81CD-2C16-71C9-DE23013325E6}"/>
              </a:ext>
            </a:extLst>
          </p:cNvPr>
          <p:cNvSpPr txBox="1"/>
          <p:nvPr/>
        </p:nvSpPr>
        <p:spPr>
          <a:xfrm>
            <a:off x="5486400" y="225028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Points possibles : __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C93B990-70D4-3CD2-87CF-B2FE12C22DF7}"/>
              </a:ext>
            </a:extLst>
          </p:cNvPr>
          <p:cNvSpPr txBox="1"/>
          <p:nvPr/>
        </p:nvSpPr>
        <p:spPr>
          <a:xfrm>
            <a:off x="7772400" y="225028"/>
            <a:ext cx="612648" cy="369332"/>
          </a:xfrm>
          <a:prstGeom prst="rect">
            <a:avLst/>
          </a:prstGeom>
          <a:solidFill>
            <a:srgbClr val="2E51A2"/>
          </a:solidFill>
          <a:ln>
            <a:solidFill>
              <a:srgbClr val="1F376B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69850" h="31750"/>
          </a:sp3d>
        </p:spPr>
        <p:txBody>
          <a:bodyPr wrap="square" rtlCol="0">
            <a:spAutoFit/>
          </a:bodyPr>
          <a:lstStyle/>
          <a:p>
            <a:r>
              <a:rPr lang="fr-FR" dirty="0"/>
              <a:t>Hint</a:t>
            </a:r>
          </a:p>
        </p:txBody>
      </p:sp>
    </p:spTree>
    <p:extLst>
      <p:ext uri="{BB962C8B-B14F-4D97-AF65-F5344CB8AC3E}">
        <p14:creationId xmlns:p14="http://schemas.microsoft.com/office/powerpoint/2010/main" val="5853642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40</Words>
  <Application>Microsoft Office PowerPoint</Application>
  <PresentationFormat>Grand écran</PresentationFormat>
  <Paragraphs>15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Delin Matteo</dc:creator>
  <cp:lastModifiedBy>Delin Matteo</cp:lastModifiedBy>
  <cp:revision>3</cp:revision>
  <dcterms:created xsi:type="dcterms:W3CDTF">2026-06-19T08:41:13Z</dcterms:created>
  <dcterms:modified xsi:type="dcterms:W3CDTF">2026-06-19T09:24:08Z</dcterms:modified>
</cp:coreProperties>
</file>